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0D4FF"/>
                </a:solidFill>
              </a:rPr>
              <a:t>AdaptAd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Evolutionary Multi-Agent Ad Decision System for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2"/>
                </a:solidFill>
              </a:rPr>
              <a:t>CS6170 AI Capstone  ·  Northeastern University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2"/>
                </a:solidFill>
              </a:rPr>
              <a:t>Craig Roberts  ·  Arzoo Jiwani  ·  Vishwajeet Hogale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0" y="1280160"/>
            <a:ext cx="103510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1737360"/>
            <a:ext cx="1960473" cy="29260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2194560"/>
            <a:ext cx="813816" cy="29260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75520" y="2651760"/>
            <a:ext cx="894283" cy="29260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0" y="3108960"/>
            <a:ext cx="270662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3566160"/>
            <a:ext cx="1719072" cy="2926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4023360"/>
            <a:ext cx="109728" cy="2926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20" y="4480560"/>
            <a:ext cx="1437436" cy="2926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A4058"/>
                </a:solidFill>
              </a:rPr>
              <a:t>evolved chromosome · 8 genes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46320"/>
            <a:ext cx="2286000" cy="384048"/>
          </a:xfrm>
          <a:prstGeom prst="rect">
            <a:avLst/>
          </a:prstGeom>
          <a:solidFill>
            <a:srgbClr val="081222"/>
          </a:solidFill>
          <a:ln w="6350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892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▶  Speaker A — Craig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307592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Streaming ads are hostile — and getting worse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743200" cy="1508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</a:rPr>
              <a:t>46 %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of viewers use
ad blockers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600200"/>
            <a:ext cx="2743200" cy="1508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2D55"/>
                </a:solidFill>
              </a:rPr>
              <a:t>30 %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engagement drop
from overexposure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2743200" cy="1508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FF88"/>
                </a:solidFill>
              </a:rPr>
              <a:t>3.5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average daily
streaming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600200"/>
            <a:ext cx="2743200" cy="15087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7373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B800"/>
                </a:solidFill>
              </a:rPr>
              <a:t>$600B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global ad market
with hostile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37560"/>
            <a:ext cx="11567160" cy="109728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564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2D55"/>
                </a:solidFill>
              </a:rPr>
              <a:t>The industry asks:  "Which ad gets the most clicks?"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We ask:  "Should we even show an ad right now — and if so, how?"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•  One-size-fits-all frequency caps ignore viewer state (fatigue, mood, content intensity)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4748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•  Click-through optimisation creates annoying, ill-timed ads that accelerate viewer churn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315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•  No system asks whether the current moment is a good time — only which ad to show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54880"/>
            <a:ext cx="54864" cy="1554480"/>
          </a:xfrm>
          <a:prstGeom prst="rect">
            <a:avLst/>
          </a:prstGeom>
          <a:solidFill>
            <a:srgbClr val="FF2D55"/>
          </a:solidFill>
          <a:ln w="9525">
            <a:solidFill>
              <a:srgbClr val="FF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1887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OUR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Four decisions. Made intelligently. Every ad break.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788920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64592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Full ad.
Conditions are
favorable — user is
receptive, ad is
relevant.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554480"/>
            <a:ext cx="2788920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91640"/>
            <a:ext cx="16459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488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Shorter version.
Moderate fit — reduce
friction while
still generating
revenue.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2788920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164592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Wait for a better
moment. Good ad,
bad timing — do
not penalise the
advertiser.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554480"/>
            <a:ext cx="2788920" cy="48920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691640"/>
            <a:ext cx="1645920" cy="31089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SUPPRESS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4884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Skip entirely.
Protect the viewer.
High fatigue, low
relevance, intense
content moment.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A72"/>
                </a:solidFill>
              </a:rPr>
              <a:t>Per-opportunity decisions based on: viewer fatigue · content mood · ad relevance · session depth · time of day · binge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426464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Four-stage pipeline — from viewer context to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35204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36192"/>
            <a:ext cx="18288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①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UserProfile
AdCandidate
ContentItem
SessionContext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92608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417320"/>
            <a:ext cx="2743200" cy="35204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536192"/>
            <a:ext cx="182880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② 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GA optimises
8-gene chromosome
over 30 chromosomes
× 50 generations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92608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2743200" cy="35204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36192"/>
            <a:ext cx="182880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③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User Advocate
scores receptivity
Advertiser Advocate
scores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926080"/>
            <a:ext cx="164592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417320"/>
            <a:ext cx="2743200" cy="35204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536192"/>
            <a:ext cx="1828800" cy="31089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④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Negotiator maps
combined score →
SHOW / SOFTEN /
DELAY / SUPPRESS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66360"/>
            <a:ext cx="2743200" cy="141732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" y="5257800"/>
            <a:ext cx="1554480" cy="3108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6509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Orchestrates agent flow.
Evolution + decision
graphs via LangGraph.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5166360"/>
            <a:ext cx="2743200" cy="141732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55848" y="5257800"/>
            <a:ext cx="1554480" cy="31089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LLM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56509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Groq primary (Llama 3.3).
Gemini fallback.
Template if offline.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166360"/>
            <a:ext cx="2743200" cy="141732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5257800"/>
            <a:ext cx="1554480" cy="310896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SQLite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6509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Decisions, A/B sessions,
ratings, evolution runs.
aiosqlite async.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5166360"/>
            <a:ext cx="2743200" cy="141732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08008" y="5257800"/>
            <a:ext cx="155448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React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56509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Live evolution chart,
session simulator,
A/B testing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664208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THE CHROMOSOME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8 genes · all active · evolved, not hand-tuned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AB2"/>
                </a:solidFill>
              </a:rPr>
              <a:t>Each gene ∈ [0,1]. The GA tunes them over 50 generations.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88873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0.46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fatigue_weight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How aggressively session fatigue suppresses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very cautious with tired viewers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29968"/>
            <a:ext cx="1177747" cy="201168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9280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</a:rPr>
              <a:t>0.92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892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relevance_weight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928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How much ad-interest match gates showing an 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89280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only show ads to matching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05456"/>
            <a:ext cx="448056" cy="201168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6829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</a:rPr>
              <a:t>0.35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timing_weight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682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How much time-of-day alignment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36829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strictly favour preferred watch times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80944"/>
            <a:ext cx="499262" cy="20116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84378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2D55"/>
                </a:solidFill>
              </a:rPr>
              <a:t>0.39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8437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frequency_threshold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4378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Base bar for showing any ad at all (maps to 0.35–0.65)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843784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stricter — harder to cross the SHOW 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56432"/>
            <a:ext cx="102412" cy="2011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31927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0.08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33192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delay_probability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19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Width of the DELAY zone below the soften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192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prefer delaying over suppressing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1024128" cy="2011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7947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</a:rPr>
              <a:t>0.80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3794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soften_threshold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7947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Width of the SOFTEN zone below the show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794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prefer shorter ads over hard skips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07408"/>
            <a:ext cx="36576" cy="2011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7024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0.00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4270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category_boost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2702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Advertiser weight on category-user relevance 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2702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heavily rewards category-aligned 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82896"/>
            <a:ext cx="844905" cy="20116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74573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</a:rPr>
              <a:t>0.66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7457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session_depth_factor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457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How much penalty grows as ads_shown increases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745736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5A72"/>
                </a:solidFill>
              </a:rPr>
              <a:t>High = increasingly cautious deep in session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291072"/>
            <a:ext cx="11521440" cy="45720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3550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AB2"/>
                </a:solidFill>
              </a:rPr>
              <a:t>ad_tolerance from UserProfile is also active: high-tolerance users get higher satisfaction scores for the same SHOW decision — creates realistic heterogeneity across the 1,000-user synthetic population.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426464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Two advocates score independently. One negotiator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166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28600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User Advocate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FF88"/>
                </a:solidFill>
              </a:rPr>
              <a:t>55%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04288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Scores viewer receptivity at this exact moment
Inputs: session fatigue, ad relevance, time-of-day
match, content mood, binge state, ads_shown
Genes: fatigue_weight · relevance_weight
        timing_weight · session_depth_factor
Output: UA score ∈ [0, 1]
Higher score = viewer is receptive right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5166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554480"/>
            <a:ext cx="228600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Advertiser Advocate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19385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B800"/>
                </a:solidFill>
              </a:rPr>
              <a:t>45% 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304288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Scores business value of serving this ad here
Inputs: category match, user engagement, primetime
slot, ad priority, seasonal affinity, demo match
Gene: category_boost
Output: ADV score ∈ [0, 1]
Higher score = advertiser gets good value here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749039" cy="5166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39" y="1554480"/>
            <a:ext cx="22860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Negotiator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19385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FF"/>
                </a:solidFill>
              </a:rPr>
              <a:t>combines both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304288"/>
            <a:ext cx="349300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combined = 0.55 · UA + 0.45 · ADV
Maps score → decision via gene-tuned thresholds:
  combined ≥ show_thresh   → SHOW
  combined ≥ soften_thresh → SOFTEN
  combined ≥ delay_thresh  → DELAY
  otherwise               → SUPPRESS
All three thresholds are derived from chromosome genes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64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A72"/>
                </a:solidFill>
              </a:rPr>
              <a:t>LLM (Groq/Gemini/template) adds natural-language explanation after every decision — "Skipped: 3 ads already shown, intense scene at 24 min, ad irrelevant to your interests."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2020824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GENETIC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Evolving the chromosome over 50 generations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72768"/>
            <a:ext cx="1444752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30 random
chromosomes
Uniform [0,1]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84248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75688" y="1572768"/>
            <a:ext cx="1444752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Evaluate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Fitness on 1000
users × 5 scenarios
NumPy vectorised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94176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85616" y="1572768"/>
            <a:ext cx="1444752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3-way tournament:
pick 3, keep best
for parent pairs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4104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5544" y="1572768"/>
            <a:ext cx="1444752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Crossover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Uniform: each gene
from A or B
at 50/50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1736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14032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05472" y="1572768"/>
            <a:ext cx="1444752" cy="31089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Mutate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Gaussian Δ per gene
at 15% rate
clamped [0,1]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41664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15400" y="1572768"/>
            <a:ext cx="1444752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Elite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Top 20% survive
unchanged into
next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51592" y="2606040"/>
            <a:ext cx="91440" cy="201168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33888" y="1463040"/>
            <a:ext cx="1627632" cy="2926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25328" y="1572768"/>
            <a:ext cx="1444752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Restart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1965960"/>
            <a:ext cx="1463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AB2"/>
                </a:solidFill>
              </a:rPr>
              <a:t>Stuck 20 gens?
Fresh random pop.
Preserve best.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11658600" cy="77724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817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Fitness  =  0.60 × mean_satisfaction  +  0.40 × mean_revenue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81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B800"/>
                </a:solidFill>
              </a:rPr>
              <a:t>(60/40 user-revenue split is a deliberate value judgment — see Limitations slide)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840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satisfaction measures viewer experience  ·  revenue measures advertiser value  ·  force-suppress when fatigue &gt; 0.85  ·  ~8 min per full 30×50 run  ·  convergence window = 15 gen, threshold = 0.0005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32120"/>
            <a:ext cx="11658600" cy="118872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96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Ablation conditions tested alongside full system: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436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Full system (GA + both agents)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90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GA only — no agents, just fitness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373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Agents only — no GA, default chromosome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9436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User Advocate only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619048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• Advertiser Advocate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1887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Three testable predictions · Wilcoxon signed-rank · Holm–Bonferroni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212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0292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Fitness &gt; 0.58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4930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Evolved policy achieves mean composite fitness above 0.58 AND significantly outperforms all three baselines.
Baselines:
  always_show  —  fitness 0.512
  random       —  fitness 0.473
  freq_cap_3   —  fitness 0.462
Test: one-sample Wilcoxon vs 0.58 + paired
Wilcoxon vs each baseline with Holm–Bonferroni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5212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1554480"/>
            <a:ext cx="50292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79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</a:rPr>
              <a:t>Fatigue &lt; 0.40
AND Relevance &gt; 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48840"/>
            <a:ext cx="34930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Both conditions must hold simultaneously across
independent runs.
Fatigue = mean session_fatigue_accumulator
at end of simulated sessions.
Relevance = mean user satisfaction score
(driven by ad-interest match).
Reported as proportion of runs passing each
threshold independently + combined.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749039" cy="521208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39" y="1554480"/>
            <a:ext cx="50292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15361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800"/>
                </a:solidFill>
              </a:rPr>
              <a:t>Diversity &gt; 0.15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148840"/>
            <a:ext cx="34930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The evolved policy uses a genuinely mixed
strategy across all 4 decision types.
Measured as normalised Shannon entropy over
SHOW / SOFTEN / DELAY / SUPPRESS.
  D = H(decisions) / log₂(4)
Threshold 0.15 rules out degenerate
all-suppress or all-show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Quick test: 5 runs × 10 gen, 50 users  |  Full run: 30 × 50 gen pending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943600" cy="2880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Baseline comparison (200 users, 983 decisions)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Policy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Fatigue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20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Fitness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always_show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0.339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0.770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3500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0.512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random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0.517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0.324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7797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freq_cap_3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0.292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0.462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39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GA (quick)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639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</a:rPr>
              <a:t>0.—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639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</a:rPr>
              <a:t>0.—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639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</a:rPr>
              <a:t>0.330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6393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88"/>
                </a:solidFill>
              </a:rPr>
              <a:t>0.520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1417320"/>
            <a:ext cx="1828800" cy="2880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1536192"/>
            <a:ext cx="502920" cy="310896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920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2D55"/>
                </a:solidFill>
              </a:rPr>
              <a:t>FAIL
(quick test)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560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0.52 mean &lt; 0.58
threshold. GA beats
all baselines but
needs 30×50 run
to cross threshold.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1417320"/>
            <a:ext cx="1828800" cy="2880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1536192"/>
            <a:ext cx="50292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1920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2560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0.33 mean fatigue
&lt; 0.40 threshold.
User experience
well protected by
suppression policy.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95560" y="1417320"/>
            <a:ext cx="1828800" cy="2880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87000" y="1536192"/>
            <a:ext cx="50292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19202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2560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0.58 diversity
&gt; 0.15 threshold.
Healthy mix of all
4 decisions — not
a degenerate policy.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480560"/>
            <a:ext cx="11521440" cy="91440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5537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GA trajectory  ·  quick test (10 generations):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93776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Initial best: 0.501  →  Gen 10 best: 0.503  →  Full 30×50 expected to push past 0.58 threshold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32120"/>
            <a:ext cx="11521440" cy="1051560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5961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A/B Human Evaluation (live sessions):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9618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Score = Willingness + Relevance − Annoyance  (range −8 to +19)
AdaptAd vs random baseline · sessions saved to SQLite · aggregate win/loss tracked across all participants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3922776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LIMITATIONS &amp; HARDCODED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we fixed, why we fixed it, and what it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64008" cy="11704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Value Judgment: 60/40 fitness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fitness = 0.60 × satisfaction + 0.40 × revenue. No empirical basis — this is an ethical position. Different weights produce different evolved behaviours.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70048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670048"/>
            <a:ext cx="64008" cy="11704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Value Judgment: 55/45 agent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combined = 0.55 · UA + 0.45 · ADV. Separatefrom the fitness split. Neither weight is empirically derived — both are tunable but currently fixed in config.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22776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922776"/>
            <a:ext cx="64008" cy="117043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95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55"/>
                </a:solidFill>
              </a:rPr>
              <a:t>Synthetic users — no real behavioural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7997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1,000 users generated with age-weighted distributions. Real engagement patterns, fatigue curves, and tolerance distributions will differ. MovieLens grounds content genres; user psychology is modelled, not measured.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75504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175504"/>
            <a:ext cx="64008" cy="117043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48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55"/>
                </a:solidFill>
              </a:rPr>
              <a:t>Fixed gene count =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3270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Chromosome length is hardcoded. The GA cannot discover that it needs more or fewer dimensions. Variable-length chromosomes would require a different evolutionary strategy.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417320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417320"/>
            <a:ext cx="64008" cy="11704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90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Hardcoded mood &amp; primetime modifiers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87452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MOOD_MODIFIER dict in fitness.py (calm=+0.10, dark=−0.15 etc.) and primetime map (evening=0.15) are estimates from literature, not learned from data. Wrong values silently skew the fitness landscape.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670048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670048"/>
            <a:ext cx="64008" cy="1170432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800"/>
                </a:solidFill>
              </a:rPr>
              <a:t>UserProfile.id = 99999 sentinel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27248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Custom A/B test profiles get id=99999 — a magic number that collides if two custom tests run simultaneously. No proper UUID generation for transient profiles.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22776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922776"/>
            <a:ext cx="64008" cy="1170432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9959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AB2"/>
                </a:solidFill>
              </a:rPr>
              <a:t>LLM fallback chain is brittle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37997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Groq → Gemini → template. If both API keys are missing or rate-limited, explanations silently fall back to deterministic templates with no indication in the UI.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5175504"/>
            <a:ext cx="5623560" cy="1170432"/>
          </a:xfrm>
          <a:prstGeom prst="rect">
            <a:avLst/>
          </a:prstGeom>
          <a:solidFill>
            <a:srgbClr val="081222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0" y="5175504"/>
            <a:ext cx="64008" cy="1170432"/>
          </a:xfrm>
          <a:prstGeom prst="rect">
            <a:avLst/>
          </a:prstGeom>
          <a:solidFill>
            <a:srgbClr val="8B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5248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AB2"/>
                </a:solidFill>
              </a:rPr>
              <a:t>Fatigue increments are estimates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63270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show_increment=0.10, soften=0.05, delay=0.02 are hand-chosen. No user study backs these numbers. Wrong increments mean the force-suppress threshold triggers too early or too 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HCI ANGLE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Every decision explained. Humans in the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623560" cy="5166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01168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Every ad decision includes a natural-language reason.
Example: "Skipped — you've seen 3 ads this session,
you're in an intense scene, and this ad isn't relevant
to your interests."
This is not a black box. Operators see exactly why
the system chose each action.
Explanation sources (in priority order):
  1. Groq — Llama 3.3 70B (14,400 req/day free)
  2. Gemini — 2.5 Flash (250 req/day free)
  3. Template — deterministic offline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715000" cy="516636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22860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Human A/B Testing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8483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51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35915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Participant fills name, age, occupation,
ad interests, genre prefs, ad tolerance,
binge tendency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5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88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22783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Enter show title — Auto-fill fetches genre,
duration, series/movie via LLM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82219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51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749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Blind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0965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System generates Session X and Session Y —
participant does not know which is AdaptAd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69087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51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2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496519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Rate 1–10: Annoyance · Relevance · Would Continue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55955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D151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58338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AB2"/>
                </a:solidFill>
              </a:rPr>
              <a:t>Score = Willingness + Relevance − Annoyance
Winner revealed · saved to SQLite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0D4FF"/>
                </a:solidFill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AB2"/>
                </a:solidFill>
              </a:rPr>
              <a:t>uvicorn backend.main:app --port 8000  ·  npm run dev  →  localhost:5173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54864" cy="914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</a:rPr>
              <a:t>① Evolution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44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Start a 10-generation run · watch fitness chart update live via WebSocket · see population grid and gene tracker animate · observe diversity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49039"/>
            <a:ext cx="54864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② Decision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3308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Pick a user + ad · run a single decision · read the agent scores and LLM explanation · change the user profile and see how the decision shifts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937760"/>
            <a:ext cx="54864" cy="9144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37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800"/>
                </a:solidFill>
              </a:rPr>
              <a:t>③ Session 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21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Simulate a full streaming session · see every ad break with its decision, combined score, and fatigue trajectory · compare evolved vs baseline policy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989320"/>
            <a:ext cx="54864" cy="9144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2B6"/>
                </a:solidFill>
              </a:rPr>
              <a:t>④ A/B Testing (live participant)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73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AB2"/>
                </a:solidFill>
              </a:rPr>
              <a:t>Fill in your own profile · enter a real show · rate Session X vs Session Y blind · reveal which was AdaptAd · show win/loss in the saved history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</a:rPr>
              <a:t>AdaptAd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Better ads.  Happier viewers.  Healthier platforms.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017520"/>
            <a:ext cx="3749039" cy="32918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1828800" cy="31089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What worked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3493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GA consistently outperformed all three baselines · H2 (fatigue) and H3 (diversity) both passed · LangGraph orchestration clean and extensible · WebSocket live evolution works end-to-end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3017520"/>
            <a:ext cx="3749039" cy="32918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19" y="3154680"/>
            <a:ext cx="1828800" cy="31089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What's honest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3611880"/>
            <a:ext cx="3493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H1 needs the full 30×50 run to confirm · 60/40 fitness split is a value judgment, not a fact · synthetic users are a model, not a measurement · LLM explanations are cosmetic if keys are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3017520"/>
            <a:ext cx="3749039" cy="3291840"/>
          </a:xfrm>
          <a:prstGeom prst="rect">
            <a:avLst/>
          </a:prstGeom>
          <a:solidFill>
            <a:srgbClr val="142133"/>
          </a:solidFill>
          <a:ln w="9525">
            <a:solidFill>
              <a:srgbClr val="20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39" y="3154680"/>
            <a:ext cx="1828800" cy="31089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151F"/>
                </a:solidFill>
              </a:rPr>
              <a:t>What's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3611880"/>
            <a:ext cx="349300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AB2"/>
                </a:solidFill>
              </a:rPr>
              <a:t>Run full experiment and write the paper · collect 5–10 A/B human participants · replace static fitness weights with a learned preference model · real user behaviour data from a streaming 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A4058"/>
                </a:solidFill>
              </a:rPr>
              <a:t>github · uvicorn backend.main:app --port 8000 · cd frontend &amp;&amp; npm run dev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1097280"/>
            <a:ext cx="872337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66960" y="1554480"/>
            <a:ext cx="1671523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6960" y="2011680"/>
            <a:ext cx="681227" cy="2743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66960" y="2468880"/>
            <a:ext cx="750722" cy="27432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2926080"/>
            <a:ext cx="21214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3383280"/>
            <a:ext cx="1463040" cy="274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3840480"/>
            <a:ext cx="73152" cy="274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4297680"/>
            <a:ext cx="1219809" cy="2743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