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D4FF"/>
                </a:solidFill>
              </a:rPr>
              <a:t>AdaptAd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Human-Centered Ad Intelligence for Streaming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AB2"/>
                </a:solidFill>
              </a:rPr>
              <a:t>CS6170 AI Capstone  ·  Northeastern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2"/>
                </a:solidFill>
              </a:rPr>
              <a:t>Craig Roberts  ·  Arzoo Jiwani  ·  Vishwajeet Hogale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828800"/>
            <a:ext cx="848563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0" y="2212848"/>
            <a:ext cx="1605686" cy="2560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0" y="2596896"/>
            <a:ext cx="667512" cy="25603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2980944"/>
            <a:ext cx="733348" cy="25603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364992"/>
            <a:ext cx="223113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3749040"/>
            <a:ext cx="1408176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0" y="4133088"/>
            <a:ext cx="9144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4517136"/>
            <a:ext cx="1177747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AB2"/>
                </a:solidFill>
              </a:rPr>
              <a:t>Best chromosome · 8 genes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Streaming ads are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41148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Ad fatigue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72% of viewers say they feel overwhelmed by streaming ads.
Repetitive, ill-timed ads drive subscription cancellations.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45920"/>
            <a:ext cx="3657600" cy="41148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Click-through rate is the wrong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Optimising for CTR ignores whether the viewer was in the right
state to receive an ad — and punishes long-term retention.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657600" cy="41148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One-size-fits-all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Static frequency caps treat a binge-watcher finishing a
cliffhanger the same as a casual viewer in a calm scene.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Ask 'should we even show an ad?' not 'which ad gets more clicks?'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743200" cy="38404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463040" cy="3474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51F"/>
                </a:solidFill>
              </a:rPr>
              <a:t>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Conditions are favorable.
Full 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743200" cy="38404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146304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51F"/>
                </a:solidFill>
              </a:rPr>
              <a:t>SOFTEN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Moderate fit.
Shorter version.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743200" cy="38404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1463040" cy="34747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51F"/>
                </a:solidFill>
              </a:rPr>
              <a:t>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Bad timing, good ad.
Wait for better moment.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645920"/>
            <a:ext cx="2743200" cy="38404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1828800"/>
            <a:ext cx="1463040" cy="34747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51F"/>
                </a:solidFill>
              </a:rPr>
              <a:t>SUPPRESS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317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Protect the viewer.
Skip entirely.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2"/>
                </a:solidFill>
              </a:rPr>
              <a:t>For every ad opportunity in a streaming session, AdaptAd picks one of the four actions above using a Genetic Algorithm–evolved chromosome and a two-agent scoring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1737360" cy="1188720"/>
          </a:xfrm>
          <a:prstGeom prst="rect">
            <a:avLst/>
          </a:prstGeom>
          <a:solidFill>
            <a:srgbClr val="142133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Streaming
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828800"/>
            <a:ext cx="1737360" cy="1188720"/>
          </a:xfrm>
          <a:prstGeom prst="rect">
            <a:avLst/>
          </a:prstGeom>
          <a:solidFill>
            <a:srgbClr val="142133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
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828800"/>
            <a:ext cx="1737360" cy="1188720"/>
          </a:xfrm>
          <a:prstGeom prst="rect">
            <a:avLst/>
          </a:prstGeom>
          <a:solidFill>
            <a:srgbClr val="142133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 Advocate
(math)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828800"/>
            <a:ext cx="1737360" cy="1188720"/>
          </a:xfrm>
          <a:prstGeom prst="rect">
            <a:avLst/>
          </a:prstGeom>
          <a:solidFill>
            <a:srgbClr val="142133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Advertiser
Advocate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828800"/>
            <a:ext cx="1737360" cy="1188720"/>
          </a:xfrm>
          <a:prstGeom prst="rect">
            <a:avLst/>
          </a:prstGeom>
          <a:solidFill>
            <a:srgbClr val="142133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Negotiator
(GA genes)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21240" y="1828800"/>
            <a:ext cx="1737360" cy="1188720"/>
          </a:xfrm>
          <a:prstGeom prst="rect">
            <a:avLst/>
          </a:prstGeom>
          <a:solidFill>
            <a:srgbClr val="142133"/>
          </a:solidFill>
          <a:ln w="1905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Decision
SHOW·…·SUPP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6543" y="2286000"/>
            <a:ext cx="173736" cy="274320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86784" y="2286000"/>
            <a:ext cx="173736" cy="274320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7024" y="2286000"/>
            <a:ext cx="173736" cy="274320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27264" y="2286000"/>
            <a:ext cx="173736" cy="274320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47504" y="2286000"/>
            <a:ext cx="173736" cy="274320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474720"/>
            <a:ext cx="5760720" cy="1920240"/>
          </a:xfrm>
          <a:prstGeom prst="rect">
            <a:avLst/>
          </a:prstGeom>
          <a:solidFill>
            <a:srgbClr val="081428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611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Genetic Algorithm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1148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Population of 30 chromosomes  ·  Fitness = 60% satisfaction + 40% revenue
Tournament selection  ·  Uniform crossover  ·  Gaussian mutation  ·  Elite preservation
Convergence detection  ·  Warm restart when stuck  ·  Best chromosome saved to disk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74720"/>
            <a:ext cx="2606040" cy="1920240"/>
          </a:xfrm>
          <a:prstGeom prst="rect">
            <a:avLst/>
          </a:prstGeom>
          <a:solidFill>
            <a:srgbClr val="081428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LLM 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Groq (primary)
Gemini (fallback)
Template (offline)
Natural language
decision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8-GENE CHROMOSOME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All 8 genes are active in the fitness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18488"/>
            <a:ext cx="676656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0.46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fatigue_weight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Sensitivity to session fatigue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More conservative for tired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1307592" cy="228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0.92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relevance_weight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Importance of ad-interest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Only shows ads to users whose interests align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24328"/>
            <a:ext cx="525780" cy="2286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</a:rPr>
              <a:t>0.35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timing_weight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Time-of-day alignment importance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Favours preferred viewing times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27248"/>
            <a:ext cx="580644" cy="2286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D55"/>
                </a:solidFill>
              </a:rPr>
              <a:t>0.39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frequency_threshold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Base bar to show any 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Show threshold maps to range 0.35–0.65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30168"/>
            <a:ext cx="155448" cy="228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0.08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delay_probability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Width of the DELAY 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Prefers delaying over suppressing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33088"/>
            <a:ext cx="1143000" cy="2286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</a:rPr>
              <a:t>0.80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soften_threshold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Width of the SOFTEN zone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Shorter ads over full skip when borderline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36008"/>
            <a:ext cx="45720" cy="228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0.00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category_boost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Advertiser category relevance wt.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Rewards relevant ads more for advertisers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138928"/>
            <a:ext cx="950976" cy="2286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</a:rPr>
              <a:t>0.66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session_depth_factor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Penalty growth with ads_shown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A82"/>
                </a:solidFill>
              </a:rPr>
              <a:t>Increasingly cautious deep in a session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AB2"/>
                </a:solidFill>
              </a:rPr>
              <a:t>UserProfile.ad_tolerance is also used: high-tolerance users get higher satisfaction under the same SHOW decision, creating realistic heterogeneity across 200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Two advocates, one negotiator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749039" cy="48463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194560" cy="32918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51F"/>
                </a:solidFill>
              </a:rPr>
              <a:t>User Advocate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10312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Scores how receptive the viewer is right now
Inputs: fatigue, ad relevance, time-of-day match,
  content mood, binge state, session depth
Gene weights: fatigue_weight, relevance_weight,
  timing_weight, session_depth_factor
Output: UA score ∈ [0,1]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554480"/>
            <a:ext cx="3749039" cy="48463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1691640"/>
            <a:ext cx="2194560" cy="32918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51F"/>
                </a:solidFill>
              </a:rPr>
              <a:t>Advertiser Advocate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1" y="210312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Scores advertiser value of showing an ad here
Inputs: category match, user engagement,
  primetime slot, ad priority, seasonal affinity,
  demographic alignment
Gene weights: category_boost
Output: ADV score ∈ [0,1]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554480"/>
            <a:ext cx="3749039" cy="48463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39" y="1691640"/>
            <a:ext cx="2194560" cy="3291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51F"/>
                </a:solidFill>
              </a:rPr>
              <a:t>Negotiator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10312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Combines UA + ADV weighted by config
combined = 0.6·UA + 0.4·ADV
Maps combined score to a decision via
  frequency_threshold → show_thresh
  soften_threshold → soften zone width
  delay_probability → delay zone width
Output: SHOW / SOFTEN / DELAY / SUPPRESS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GENETIC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Evolution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554480" cy="3200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137160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AB2"/>
                </a:solidFill>
              </a:rPr>
              <a:t>30 random
chromosomes
Uniform [0,1]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645920"/>
            <a:ext cx="1554480" cy="3200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1783080"/>
            <a:ext cx="137160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Evaluate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945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AB2"/>
                </a:solidFill>
              </a:rPr>
              <a:t>Vectorised NumPy
fitness on 200 users
5 scenarios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645920"/>
            <a:ext cx="1554480" cy="3200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40" y="1783080"/>
            <a:ext cx="137160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1945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AB2"/>
                </a:solidFill>
              </a:rPr>
              <a:t>3-way tournament
selection for
parent pairs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645920"/>
            <a:ext cx="1554480" cy="3200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1783080"/>
            <a:ext cx="137160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Crossover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1945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AB2"/>
                </a:solidFill>
              </a:rPr>
              <a:t>Uniform crossover:
each gene from
A or B at 50%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645920"/>
            <a:ext cx="1554480" cy="3200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1783080"/>
            <a:ext cx="1371600" cy="31089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Mutate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945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AB2"/>
                </a:solidFill>
              </a:rPr>
              <a:t>Gaussian Δ per gene
at mutation_rate
clamped [0,1]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645920"/>
            <a:ext cx="1554480" cy="3200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1783080"/>
            <a:ext cx="137160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Elite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945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AB2"/>
                </a:solidFill>
              </a:rPr>
              <a:t>Top 20% survive
unchanged into
next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1645920"/>
            <a:ext cx="1554480" cy="3200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0" y="1783080"/>
            <a:ext cx="1371600" cy="310896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Converge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194560"/>
            <a:ext cx="137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AB2"/>
                </a:solidFill>
              </a:rPr>
              <a:t>Δbest &lt; 0.001 for
15 generations
or max gen reached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265176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265176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0" y="265176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65176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265176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95560" y="265176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AB2"/>
                </a:solidFill>
              </a:rPr>
              <a:t>↩ repeat until convergence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577840"/>
            <a:ext cx="11612880" cy="9144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Config: population=30  ·  elite_ratio=0.20  ·  mutation_rate=0.20  ·  mutation_strength=0.15  ·  convergence_window=15  ·  convergence_threshold=0.001  ·  stuck_restart_threshold=20  ·  fitness = 0.60·satisfaction + 0.40·revenue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Three testable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749039" cy="48920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457200" cy="3291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51F"/>
                </a:solidFill>
              </a:rPr>
              <a:t>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Evolved fitness &gt; 0.58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The GA-evolved policy achieves a mean composite fitness score significantly above 0.58 and outperforms all three baselines (always-show, random, freq-cap-3).
Test: one-sample Wilcoxon signed-rank + paired Wilcoxon vs each baseline, Holm–Bonferroni corrected.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600200"/>
            <a:ext cx="3749039" cy="48920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737360"/>
            <a:ext cx="457200" cy="32918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51F"/>
                </a:solidFill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171907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Fatigue &lt; 0.40  AND  Relevance &gt; 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2402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Post-session ad fatigue stays below 0.40 AND mean user satisfaction (proxy for relevance) exceeds 0.70.
Both conditions must hold simultaneously. Reported as proportion of runs passing each threshold.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600200"/>
            <a:ext cx="3749039" cy="48920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39" y="1737360"/>
            <a:ext cx="457200" cy="32918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51F"/>
                </a:solidFill>
              </a:rPr>
              <a:t>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79" y="171907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00"/>
                </a:solidFill>
              </a:rPr>
              <a:t>Strategy diversity &gt; 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2402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The evolved policy uses a genuinely diverse mix of SHOW/SOFTEN/DELAY/SUPPRESS decisions, measured as normalised Shannon entropy over the 4 decision types.
Threshold 0.15 on a [0,1] scale — eliminates degenerate all-suppress / all-show policies.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PRELIMINARY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 runs × 10 generations, 50 users  (quick test — full run = 30×50)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303520" cy="2651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Baselines (200 users, 983 decisions)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AB2"/>
                </a:solidFill>
              </a:rPr>
              <a:t>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11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AB2"/>
                </a:solidFill>
              </a:rPr>
              <a:t>Satisfaction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11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AB2"/>
                </a:solidFill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11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AB2"/>
                </a:solidFill>
              </a:rPr>
              <a:t>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AB2"/>
                </a:solidFill>
              </a:rPr>
              <a:t>Fitness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always_show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23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0.339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23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0.770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423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random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834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34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834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0.324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34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freq_cap_3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0.292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0.462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1463040"/>
            <a:ext cx="1920240" cy="2651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55"/>
                </a:solidFill>
              </a:rPr>
              <a:t>H1 — Fitness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21031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55"/>
                </a:solidFill>
              </a:rPr>
              <a:t>FAIL  0.52 mean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26517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Threshold: 0.58
Needs 30 runs × 50 gen for paper.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1463040"/>
            <a:ext cx="1920240" cy="2651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9288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H2 — Fatigue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21031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PASS  0.33 mean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26517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Threshold: &lt; 0.40
Fatigue well controlled.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1463040"/>
            <a:ext cx="1920240" cy="2651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76688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H3 — Diversity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6688" y="21031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PASS  0.58 mean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6688" y="26517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Threshold: &gt; 0.15
Healthy strategy mix.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297680"/>
            <a:ext cx="11521440" cy="12801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407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GA trajectory (10 generations)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800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Initial best fitness: 0.501   →   Gen 10 best: 0.503
Early improvement is slow — the GA needs 30–50 generations to fully exploit the landscape. Full paper run (30×50) expected to push fitness above 0.58 threshold.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A/B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Human evaluation — blind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2194560" cy="36576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1 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Participant fills in:
age group · occupation
ad interests · genre prefs
ad tolerance · binge tendency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54480"/>
            <a:ext cx="2194560" cy="36576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2 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24028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Participant enters
show/movie title.
Auto-fill fetches genre,
duration, series/movie.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1554480"/>
            <a:ext cx="2194560" cy="36576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39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3  Two schedules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224028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System generates:
Session X — one policy
Session Y — other policy
Label assignment is random.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199" y="1554480"/>
            <a:ext cx="2194560" cy="36576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59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4  Blind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224028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Rate each session 1–10 on:
Annoyance
Relevance
Would Continue?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19" y="1554480"/>
            <a:ext cx="2194560" cy="365760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79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5  Reveal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9" y="224028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Score = Willingness
+ Relevance − Annoyance
Winner revealed
all sessions saved to DB.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48640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AB2"/>
                </a:solidFill>
              </a:rPr>
              <a:t>AdaptAd vs random-baseline  ·  neither participant nor experimenter knows which session is AI-optimised during rating  ·  aggregate win/loss tracked across all participants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Full-stack AI system, built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788920" cy="50749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82880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514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Python 3.10+
• FastAPI + uvicorn
• Pydantic v2 models
• NumPy vectorised GA
• LangGraph pipelines
• SQLite + aiosqlite
• WebSocket real-time
• Groq / Gemini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508760"/>
            <a:ext cx="2788920" cy="50749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1828800" cy="29260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514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React 18 + TypeScript
• Vite build tool
• Tailwind CSS
• Zustand state
• Recharts charts
• WebSocket hook
• Dark terminal theme
• Light mode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2788920" cy="50749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1828800" cy="29260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Data &amp;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2514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200 synthetic users
• 80 ads · 8 categories
• 100 content items
• MovieLens 25M (optional)
• Criteo Display Ads
• Avazu CTR dataset
• Wilcoxon signed-rank
• Holm–Bonferroni corr.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508760"/>
            <a:ext cx="2788920" cy="50749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45920"/>
            <a:ext cx="1828800" cy="29260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2514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67 source files
• 28 / 28 tests passing
• 8 API route modules
• 5 React pages
• ~8 min per GA run
• Deployable to Render
• &lt; 200ms API latency
• No GPU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46304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51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Road to the paper deadline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486400" cy="21031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</a:rPr>
              <a:t>Run full 30×50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30 independent GA runs × 50 generations on all 200 users. Expected runtime ~4 hours. Results saved to results/experiment_{timestamp}.json.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931920"/>
            <a:ext cx="5486400" cy="21031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Collect 5–10 A/B participants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Human evaluation with real participants filling the custom profile form. Aggregate win/loss statistics inform H1 from a human-preference angle.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486400" cy="21031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00"/>
                </a:solidFill>
              </a:rPr>
              <a:t>Statistical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4028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Wilcoxon signed-rank tests (scipy) with Holm–Bonferroni correction. Report p-values for H1 one-sample test and pairwise vs each baseline.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486400" cy="210312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2D55"/>
                </a:solidFill>
              </a:rPr>
              <a:t>Write the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4–6 page CHI/CSCW-style paper covering system design, experiment, results, and discussion. Deadline April 13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FF"/>
                </a:solidFill>
              </a:rPr>
              <a:t>AdaptAd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Better ads. Happier viewers. Healthier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AB2"/>
                </a:solidFill>
              </a:rPr>
              <a:t>Evolving ad policy chromosomes that respect viewer state —
not just impressions and clicks.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A4058"/>
                </a:solidFill>
              </a:rPr>
              <a:t>github · uvicorn backend.main:app --port 8000 · npm run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828800"/>
            <a:ext cx="848563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0" y="2212848"/>
            <a:ext cx="1605686" cy="2560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0" y="2596896"/>
            <a:ext cx="667512" cy="25603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2980944"/>
            <a:ext cx="733348" cy="25603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364992"/>
            <a:ext cx="223113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3749040"/>
            <a:ext cx="1408176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0" y="4133088"/>
            <a:ext cx="9144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4517136"/>
            <a:ext cx="1177747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